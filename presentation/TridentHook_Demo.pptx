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TridentHook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A0A8C0"/>
                </a:solidFill>
              </a:rPr>
              <a:t>Dynamic Fee Protection for Uniswap v4 Liquidity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366F1"/>
                </a:solidFill>
              </a:rPr>
              <a:t>Research-driven  ·  Fully On-Chain  ·  Autonomous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8C0"/>
                </a:solidFill>
              </a:rPr>
              <a:t>Built on Unichain Sepolia   |   Powered by Reactive Network   |   Uniswap v4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 Is Proven —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8C0"/>
                </a:solidFill>
              </a:rPr>
              <a:t>6 peer-reviewed papers. Same conclusion: LP capital is being systematically extracted.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5577840" cy="23317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"Fees do not cover arbitrage losses in most of
 the largest Uniswap pools studied."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Fritsch &amp; Canidio — arXiv 2404.05803,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→ Layer 1: Arb Detector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577840" cy="23317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1848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"LVR is the dominant LP loss. Pools need 10%
 daily turnover at 30 bps just to break even."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Milionis, Moallemi, Roughgarden &amp; Zhang — arXiv 2208.06046,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3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→ Layer 1: Arb Detector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77639"/>
            <a:ext cx="5577840" cy="23317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"LP positions are short gamma — risk spikes
 sharply at range boundaries."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79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Impermanent Loss in Uniswap v3 — arXiv 2111.09192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→ Layer 2: Range Guardian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977639"/>
            <a:ext cx="5577840" cy="23317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77639"/>
            <a:ext cx="54864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87368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"JIT bots dilute regular LP fees by 85% on average.
 $750B in JIT volume extracted per year."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12079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The Paradox of JIT Liquidity — arXiv 2311.18164,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7607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→ Layer 3: IL Reserve Vault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TridentHook: Three Layers of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8C0"/>
                </a:solidFill>
              </a:rPr>
              <a:t>Every mechanism is the direct on-chain implementation of what the research prescribes.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1521440" cy="14173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</a:rPr>
              <a:t>Layer 1 — Arb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Reactive Network monitors Chainlink oracle live. When pool price diverges from fair value,
fee spikes automatically — arbitrage becomes expensive, not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Research: arXiv 2208.06046 · 2404.05803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63240"/>
            <a:ext cx="11521440" cy="14173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54864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</a:rPr>
              <a:t>Layer 2 — Range Guardian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38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Detects when price approaches LP range boundaries. Fee elevates proportionally to gamma
exposure — LPs earn the most exactly when they are at most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154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Research: arXiv 2111.09192 · 2407.05146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63440"/>
            <a:ext cx="11521440" cy="141732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54864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548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</a:rPr>
              <a:t>Layer 3 — IL Reserve Vault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38927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 share of every swap fee flows into an on-chain reserve. LPs claim compensation on exit.
Loyalty factor rewards long-term LPs over JIT bots.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7548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8C0"/>
                </a:solidFill>
              </a:rPr>
              <a:t>Research: arXiv 2410.00854 · 2502.04097 · 2311.18164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Fully Autonomous — No Bots, No Keepers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8C0"/>
                </a:solidFill>
              </a:rPr>
              <a:t>Reactive Network replaces off-chain infrastructure with deterministic on-chain event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029200" cy="50292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029200" cy="41148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Unichain Sepolia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Swap event emitted by PoolManager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1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② ReactiveAdapter receives callback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9242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③ TridentHook.primeDeviation() called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565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④ Dynamic fee computed +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188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⑤ Fee split: LPs + IL Reserve Vault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9712" y="1417320"/>
            <a:ext cx="5029200" cy="50292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39712" y="1417320"/>
            <a:ext cx="5029200" cy="41148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Reactive Network (Lasna)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65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TridentReactive subscribes to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79191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② Swap + AnswerUpdated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9242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③ Deviation vs Chainlink computed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056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④ Gamma score from LP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188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⑤ Callback emitted → Unichain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</a:rPr>
              <a:t>⟵  On-chain callback  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8C0"/>
                </a:solidFill>
              </a:rPr>
              <a:t>Everything live on Unichain Sepolia · 146 tests passing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331720"/>
            <a:ext cx="502920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2404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Connect wallet on Unichain Sepolia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136391"/>
            <a:ext cx="502920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32095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Add liquidity — position appears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41063"/>
            <a:ext cx="502920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0142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32503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Trigger a swap — watch dynamic fee activate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745736"/>
            <a:ext cx="502920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4818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5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Arb premium spikes when oracle gap detected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550408"/>
            <a:ext cx="502920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5623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418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IL Reserve Vault accumulates with every 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6F1"/>
                </a:solidFill>
              </a:rPr>
              <a:t>Capture rate panel shows real-time state:  NORMAL  →  ELEVATED  →  MAX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